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VIDA COTIDIANA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Resumen de Producto y Arquitectura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documental · Generado el 2026-08-09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835640" y="411480"/>
            <a:ext cx="822960" cy="822960"/>
          </a:xfrm>
          <a:prstGeom prst="ellipse">
            <a:avLst/>
          </a:prstGeom>
          <a:solidFill>
            <a:srgbClr val="2B3B7A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esta presentación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y alcance de V1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 / Post-V4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V1 → V4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 y casos de uso principales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compartición e invitaciones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notificaciones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autenticación (Keycloak)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general de arquitectura C4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Backend / Android / iOS / Web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09360" y="1371600"/>
            <a:ext cx="53949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API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modelo de amenazas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datos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y entornos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registro de decisiones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abiertas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preparación de V1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MVP mínimo, seguro y multiplataforma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002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 Cotidiana ayuda a una persona a organizar información y actividades de su día a día. V1 está deliberadamente acotada como un MVP mínimo: gestión de cuenta, recordatorios propios y compartidos simples, y notificaciones — nada más.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4380" y="33147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" y="3383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plataformas desde el día uno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iOS y Web (ADR-005) comparten el mismo backend, contrato de API y modelo de datos — sin asumir código compartido entre clientes.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306324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03420" y="33147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03420" y="3383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decisiones bloqueantes cerradas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4572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2026-08-09 el Product Owner cerró todas las decisiones que bloqueaban el inicio del desarrollo de V1 (28-v1-decision-pack.md).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306324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2460" y="33147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52460" y="3383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 la documentación: READY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45720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revisión de consistencia encontró solo drift editorial menor, no bloqueante — ninguna decisión aprobada fue contradicha ni reabierta (29-v1-final-readiness.md).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incluye V1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6751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cuenta (Android, iOS, Web) vía Keycloak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/ cerrar sesión; gestión de sesión y dispositivos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Home — resumen de recordatorios pendientes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Crear, ver, actualizar y completar recordatorios/tareas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un recordatorio con una o más personas vía invitación (modelo owner + colaboradores, ADR-006)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locales y notificaciones push desde backend (FCM) para recordatorios propios y compartidos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Privacidad, seguridad, auditoría técnica y observabilidad de referencia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básica de cuenta, incluyendo solicitar la eliminación de cuenta (soft delete, FR-013)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1371600"/>
            <a:ext cx="4206240" cy="484632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y Finanzas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680960" y="2148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Excluidas explícitamente de V1–V4. Reservadas para una fase posterior a V4 (ADR-003, ADR-004), por razones de seguridad, privacidad, costo y confianza.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680960" y="37490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integración bancaria. Sin estados de cuenta. Sin Open Banking. Sin funcionalidades ni endpoints de IA de ningún tipo en V1–V4.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Explícitamente fuera de V1 (y más allá, salvo que se indique)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bancaria, estados de cuenta, Open Banking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(post-V4, ADR-003) y Finanzas (post-V4, ADR-004)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afiliados, publicidad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/ arquitectura distribuida compleja (ADR-001)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archivos/adjuntos en recordatorios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Grupos, hogares, equipos o roles granulares más allá del modelo simple owner/colaborador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social o libreta de contactos para compartir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completado por colaborador — el completado es un único estado global por recordatorio (DEC-001)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 incremental: V1 → V4 → Post-V4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017520"/>
                <a:gridCol w="64008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Versión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Objetivo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V1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MVP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Aplicación funcional: cuenta + Home + tareas/recordatorios, tres plataformas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V2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Estabilización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Producto confiable, seguro y medible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V3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Evolución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Nuevas funcionalidades + rendimiento + escalabilidad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V4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Versión madura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Alcance completo aprobado, versión final antes de IA/Finanzas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Post-V4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IA / Finanzas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Fases futuras separadas, sujetas a validación — FUTURE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mezcla de versiones: cada requisito en la documentación fuente está etiquetado con su versión objetivo.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 Y PERMISOS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y Colaborador — un modelo deliberadamente simple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Crea, edita, elimina el recordatorio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 colaboradores por email o nombre de usuario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 una invitación pendiente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 a un colaborador activo en cualquier momento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el control total en todo momento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COLABORADOR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00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el recordatorio compartido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completar / deshacer completado (estado único compartido, DEC-001)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editar, eliminar, cambiar recurrencia ni propiedad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volver a compartir ni cambiar permisos de otros colaboradores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termina inmediatamente al revocarse — sin ventana de gracia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 principales (UC-01 a UC-13)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Caso de uso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UC-01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Registrarse (vía Keycloak, verificación de email delegada)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UC-02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Iniciar sesión (Authorization Code + PKCE contra Keycloak)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UC-05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Eliminar un recordatorio (cascada + notificar colaboradores activos, DEC-002)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UC-07 / UC-08 / UC-09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Crear / aceptar / rechazar una invitación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UC-10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Revocar a un colaborador activo (actúa solo sobre REMINDER_SHARE)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UC-11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Recibir notificaciones push de recordatorios propios y compartidos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UC-12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Registrar un dispositivo push (DEVICE_PUSH_TOKEN)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UC-13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Solicitar eliminación de cuenta (soft delete, 30 días de gracia)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COMPARTICIÓN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 + colaboradores, 1:N, basado en invitaciones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crea el recordatorio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331720" y="2468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5B5B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8880" y="182880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60320" y="233172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invita por email o usuario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51960" y="2468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5B5B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233172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Invitación enviada (expira en 7 días)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2468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5B5B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33172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Invitado acepta o rechaza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92440" y="2468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5B5B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0" y="182880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9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233172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 obtiene acceso de ver + completar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012680" y="24688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5B5B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49840" y="1828800"/>
            <a:ext cx="1783080" cy="182880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241280" y="233172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puede revocar en cualquier momento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1148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colaboradores por recordatorio (1:N) — mismo nivel único de permiso, sin roles todavía (V2+ FUTURE)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enumeración: las respuestas de invitación nunca revelan si un email tiene cuenta (SEC-001)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eventos del ciclo de vida quedan auditados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 INVITACIÓN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Estados de INVITATION (DEC-003)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8892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8920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6948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509760" y="18288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82880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9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clave (DEC-003)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 no existe en INVITATION — una invitación se acepta, rechaza, expira o el owner la cancela antes de resolverse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revocación de un colaborador ya aceptado vive exclusivamente en REMINDER_SHARE.status (ACTIVE / REVOKED)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invitaciones expiran a los 7 días de creadas (ASSUMPTION, FR-007)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emails invitados sin cuenta se purgan tras la resolución, siguiendo una ventana corta de retención (DEC-015, ASSUMPTION: 90 días)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una invitación pendiente es un flujo propio (UC-14 / AC-017); toda salida de PENDING es una transición condicional atómica que evita condiciones de carrera entre requests concurrentes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RECORDATORIO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único global, cascada al eliminar (DEC-001 / DEC-002)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Completado — DEC-001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REMINDER.status es PENDING o COMPLETED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estado global por recordatorio, compartido por el owner y todos los colaboradores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estado de completado por colaborador en V1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owner o cualquier colaborador activo puede marcar completar / deshacer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Eliminación — DEC-002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owner elimina el recordatorio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notifica (push) a cada colaborador con share ACTIVE, antes de la eliminación física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filas de INVITATION y REMINDER_SHARE se eliminan en cascada junto con el recordatorio (ON DELETE CASCADE)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en sí no tiene soft delete — ningún requisito lo exige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NOTIFICACIONES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proveedor de push detrás de un puerto interno (DEC-010)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Abstracción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PushNotificationSender — un puerto/interfaz interno propiedad del módulo notification (ADR-007)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Proveedor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Firebase Cloud Messaging (FCM) — unificado para Android, iOS (vía puente APNs) y Web (Web Push)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Modelo de dispositivo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DEVICE_PUSH_TOKEN — múltiples dispositivos por usuario (DEC-005)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Registro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POST /me/devices al iniciar sesión; eliminación al cerrar sesión / invalidar token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Eventos disparadores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Nueva invitación compartida, recordatorio por vencer, recordatorio cancelado/revocado, recordatorio eliminado estando compartido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Notificaciones locales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Se resuelven del lado del cliente (Android/iOS/Web), no en el backend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Y AUTENTICACIÓN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Keycloak — OIDC/OAuth 2.1 self-hosted (DEC-004)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766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Authorization Code + PKCE para Android, iOS y Web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Passkeys / WebAuthn y MFA soportados por Keycloak donde estén configurados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email delegada por completo a Keycloak (DEC-014) — sin sistema paralelo de verificación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es un Resource Server OAuth2 puro: valida los tokens emitidos por Keycloak en cada request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no implementa su propio endpoint de login — esto resuelve un conflicto de documentación previo sobre POST /auth/login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0" y="141732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Keycloak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0" y="2194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maduro, compatible con OIDC/OAuth 2.1, soporta passkeys/MFA/RBAC de fábrica — evita construir y mantener un sistema de identidad propio para V1.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C4 — 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480560" y="2743200"/>
            <a:ext cx="32004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0" y="27432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Vida Cotidiana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852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33101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Android, iOS o Web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869680" y="128016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006840" y="138988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Keycloak (OIDC)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006840" y="184708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self-hosted, DEC-004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69680" y="27432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06840" y="2852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Firebase Cloud Messaging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006840" y="33101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unificado, DEC-010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420624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06840" y="4315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06840" y="47731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transaccional, DEC-009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diagramas C4 completos en Mermaid se mantienen en 06-c4.md (fuente de verdad).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BACKEND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Monolito modular (ADR-001)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309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LTS, Spring Boot 3.x, Spring Security, Spring Data JPA/Hibernate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migraciones Flyway, Bean Validation, OpenAPI, Testcontainers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desplegable, límites de dominio explícitos, sin microservicios en V1–V3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Módulos: shared, identity, user, reminder, sharing, notification, audit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módulo: api / application / domain / infrastructure — domain nunca depende de infrastructure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417320"/>
            <a:ext cx="4572000" cy="4754880"/>
          </a:xfrm>
          <a:prstGeom prst="roundRect">
            <a:avLst>
              <a:gd name="adj" fmla="val 1600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0" y="1691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sharing y notification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0" y="21945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sharing: invitaciones + colaboradores, accede a reminder solo mediante sus interfaces de dominio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notification: puerto PushNotificationSender + adapter FCM, dueño de DEVICE_PUSH_TOKEN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identity/sharing: adapter de Amazon SES para emails de invitación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ANDROID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Kotlin, Jetpack Compose, nativo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Lenguaje / UI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Kotlin, Jetpack Compose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Patrón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Clean Architecture + MVVM/MVI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Concurrencia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Coroutines, Flow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Hilt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Almacenamiento local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Room, cuando corresponda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Versión mínima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API 30 / Android 11 (DEC-011)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Push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Token FCM registrado vía POST /me/devices (DEC-005/DEC-010)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 + SwiftUI, nativo (DEC-006/ADR-010)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Lenguaje / UI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Swift, SwiftUI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Patrón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Clean Architecture + MVVM (alineado conceptualmente con Android)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Concurrencia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Combine o async/await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Networking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URLSession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Auth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AppAuth-iOS (Authorization Code + PKCE contra Keycloak); tokens en Keychain, nunca en UserDefaults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Versión mínima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iOS 17 (DEC-012)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Push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Firebase SDK (puente FCM → APNs)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descartó un stack cross-platform (KMP/Flutter/React Native) según CLAUDE.md: se prioriza nativo por soporte de Apple, seguridad, rendimiento y longevidad.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WEB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TypeScript SPA (DEC-007/ADR-011)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Stack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React + TypeScript, SPA — sin SSR/Next.js en V1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Justificación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V1 requiere una sesión autenticada sin necesidad confirmada de SEO público; una SPA pura es más simple de operar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Auth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Librería OIDC para SPA (Authorization Code + PKCE) contra Keycloak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Push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Firebase SDK (Web Push)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Matriz de navegadores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Últimas 2 versiones mayores de Chrome/Edge/Firefox desktop, Safari desktop/iOS, Chrome Android (DEC-013)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Punto técnico abierto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Patrón de almacenamiento de tokens OIDC en el navegador — se favorece en memoria + renovación silenciosa, no bloqueante (08c-web-architecture.md)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entidades soportan V1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210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Entidad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Propósito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USER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Cuenta; incluye campos de soft delete (deletion_status, purge_at) según DEC-015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REMINDER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Tarea del owner; estado global único PENDING/COMPLETED (DEC-001)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INVITATION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Oferta de compartición pendiente/resuelta; PENDING/ACCEPTED/REJECTED/EXPIRED/CANCELLED (DEC-003)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REMINDER_SHARE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Colaboración activa; ACTIVE/REVOKED — la revocación vive aquí, no en INVITATION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DEVICE_PUSH_TOKEN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Múltiples dispositivos con push por usuario (DEC-005)</a:t>
                      </a:r>
                      <a:endParaRPr lang="en-US" sz="13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de unicidad en USER.email/username, REMINDER_SHARE(reminder_id, collaborator_user_id) y un índice único parcial sobre invitaciones pendientes respaldan las respuestas 409 de la API.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REST, OpenAPI 3.0.3 — contrato canónico e implementable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  <a:gridCol w="5669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Método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Ruta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Propósito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GET / DELETE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/me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Leer perfil / solicitar eliminación de cuenta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GET / POST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/me/devices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Listar / registrar un dispositivo push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/me/devices/{deviceId}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Eliminar un dispositivo push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GET / POST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/reminders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Listar (paginado) / crear recordatorios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GET / PATCH / DELETE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/reminders/{id}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Leer / actualizar (version requerido) / eliminar un recordatorio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/reminders/{id}/complete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Alternar completado (version opcional, 409 si no coincide)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GET / POST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/reminders/{id}/shares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Listar (paginado) colaboradores / crear una invitación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/reminders/{id}/shares/{shareId}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Revocar a un colaborador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GET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/me/invitations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Listar invitaciones recibidas (paginado)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POST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/invitations/{id}/accept, /reject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Resolver una invitación (transición atómica)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DELETE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/invitations/{id}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Cancelar una invitación pendiente (UC-14, transición atómica)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Seguridad: OAuth2/OIDC bearer (keycloakBearer), sin endpoints /auth/*. Errores con schema Error reutilizable {code, message, traceId}. Listados con page/size + PageMeta. Reminder.version implementa bloqueo optimista.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SEGURIDAD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Línea base de seguridad para V1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 todo momento; proveedor de identidad maduro y self-hosted (Keycloak)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aplicada por objeto en cada endpoint (OWNER vs COLLABORATOR), no solo en la UI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server-side, rate limiting, gestión de secretos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reposo (administrado) y en tránsito; backups; logging seguro sin secretos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acciones sensibles (invitar, aceptar, rechazar, revocar, eliminar)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escaneo de dependencias, escaneo de secretos en CI/CD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referencia: OWASP ASVS, OWASP API Security Top 10, OWASP MASVS, NIST SSDF/CSF, ISO 27001/27002/27701. No se declara cumplimiento formal ni certificación.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 DESTACADAS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compartición introduce su propia superficie de amenaza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Amenaza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Mitigación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Enumeración de usuarios vía invitaciones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Respuestas uniformes + rate limiting (SEC-001)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Escalación de privilegios sobre un recurso compartido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Autorización OWNER/COLLABORATOR por endpoint, no solo en la UI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Abuso/spam de invitaciones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Rate limiting por usuario/IP en la creación de invitaciones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Acceso residual tras revocación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Sin caché de autorización de larga duración; se valida ACTIVE en cada request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Abuso del canal push (spoofing/inyección)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Validar el origen del adapter; nunca autorizar desde el contenido del payload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Robo de token OIDC en la SPA Web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Almacenamiento en memoria (no localStorage), CSP estricta, tokens de vida corta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Retención excesiva de PII de terceros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Purgar emails de invitados sin cuenta tras la resolución (SEC-003)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Condición de carrera al resolver una invitación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Transición condicional atómica en BD (UPDATE ... WHERE status = PENDING)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Actualizaciones perdidas sobre un Reminder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121"/>
                          </a:solidFill>
                        </a:rPr>
                        <a:t>Bloqueo optimista vía REMINDER.version; 409 si no coincide</a:t>
                      </a:r>
                      <a:endParaRPr lang="en-US" sz="1100" dirty="0"/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delete con 30 días de gracia (DEC-015)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Eliminación de cuenta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solicitud mueve USER.deletion_status a PENDING_DELETION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purge_at = deletion_requested_at + 30 días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puede cancelar durante el período de gracia (UX exacta de reversión: TBD, no bloqueante)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job periódico purga las cuentas que superaron purge_at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de invitación de terceros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Invitaciones resueltas como REJECTED, EXPIRED o CANCELLED sin cuenta vinculada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invited_email (o la fila completa) se purga tras una ventana corta de retención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90 días — minimiza los datos personales de quienes nunca crearon una cuenta (NFR-002)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Y ENTORNOS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 simple, seguro por defecto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76272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9424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Deps + compilación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03904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77056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unitarios + integración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31536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04688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59168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dependencias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0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59952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 de secretos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314432" y="1645920"/>
            <a:ext cx="1536192" cy="1371600"/>
          </a:xfrm>
          <a:prstGeom prst="roundRect">
            <a:avLst>
              <a:gd name="adj" fmla="val 53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87584" y="1645920"/>
            <a:ext cx="13898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 artefacto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principal: build reproducible, artefacto versionado; deploy a staging (TBD)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Producción: requiere aprobación y controles adicionales (TBD)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gates en V1: escaneo de secretos, escaneo de vulnerabilidades de dependencias, tests, SAST básico, branch protection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cloud: AWS (DEC-008/ADR-009)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REGISTRO DE DECISIONES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requisito se traza a un caso de uso, API y test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IDs de requisitos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FR-001…FR-013, NFR-001…NFR-010, SEC-001…SEC-003 — estables, nunca reutilizados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Cadena de trazabilidad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Requisito → Caso de Uso → API/Componente → Implementación → Test → Release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Registros de decisión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ADR-001 a ADR-012 (Architecture Decision Records)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Paquete de decisiones V1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15 decisiones (DEC-001 a DEC-015) aprobadas por el Product Owner el 2026-08-09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</a:rPr>
                        <a:t>Ninguna decisión aprobada permanece como TBD; ningún ID fue eliminado ni reutilizado</a:t>
                      </a:r>
                      <a:endParaRPr lang="en-US" sz="1300" dirty="0"/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ABIERTAS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sigue como TBD — nada de esto bloquea V1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/ negocio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producto, mercado inicial, primer grupo de validación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/ repositorio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de colaboradores por recordatorio; formato de username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 al colaborador cuando el owner edita un recordatorio compartido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Auto-vincular una invitación pendiente si el invitado se registra después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2F4FA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37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Técnicas, no bloqueantes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final de almacenamiento de tokens OIDC en la SPA Web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AUDIT_EVENT explícita en el modelo de datos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exactas de dependencias (Spring Boot/Gradle/AGP/Kotlin/Xcode)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dispositivos soportados más allá de la versión mínima de SO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 formalización de openapi.yaml — securitySchemes, schema Error, paginación, bloqueo optimista — ya está cerrada; ver auditoría "V1 development gate")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PREPARACIÓN DE V1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iniciar el desarrollo del núcleo de V1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bloqueadores identificados en la revisión inicial de preparación (27-v1-readiness-review.md) fueron resueltos por las 15 decisiones aprobadas (28-v1-decision-pack.md). Una auditoría posterior ("V1 development gate") validó un informe de hallazgos externo, cerró los gaps restantes de OpenAPI/modelo de datos y reconstruyó la trazabilidad completa (32-v1-development-gate-audit.md). Los TBDs restantes son de nombre de producto o detalles de implementación no bloqueantes (29-v1-final-readiness.md).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2026-08-09T23:16:58Z</dcterms:created>
  <dcterms:modified xsi:type="dcterms:W3CDTF">2026-08-09T23:16:58Z</dcterms:modified>
</cp:coreProperties>
</file>