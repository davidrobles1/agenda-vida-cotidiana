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LABORAL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etiqueta de contexto a espacio profesional universal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producto — ADR-016  ·  Vida Cotidiana  ·  V3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822960" cy="73152"/>
          </a:xfrm>
          <a:prstGeom prst="rect">
            <a:avLst/>
          </a:prstGeom>
          <a:solidFill>
            <a:srgbClr val="2F6B4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dato de esta presentación proviene de Documentacion/34-laboral-module-proposal.md y ADR-016 (22-decision-log.md) — sin métricas ni cifras de negocio inventadas.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memoria profesional, no un ERP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EAEF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Laboral (ADR-015) hoy es una vista filtrada sobre el mismo Recordatorio — sin relaciones.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propone evolucionarlo con 3 entidades nuevas: Persona, Proyecto y Compromiso.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a cualquier profesión (consultoría, arquitectura, derecho, ventas, salud, educación…) sin plantillas por profesión.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Explícitamente NO es un ERP, CRM completo, Jira ni Notion.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Agenda sigue siendo el centro del producto — Laboral la complementa, no la reemplaza.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Cotidiana · Módulo Laboral · ADR-016 (Propuesta)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real está en las relaciones, no en las tareas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EAEF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recordatorio no sabe con quién es, para qué proyecto, ni qué se prometió.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profesional necesita recordar compromisos sociales: “Le prometí a Carlos el documento el viernes”.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no es una tarea aislada: es Persona + Compromiso + Acción + Fecha.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Notion/Jira imponen demasiada estructura; una agenda pura se queda corta.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Cotidiana · Módulo Laboral · ADR-016 (Propuesta)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ENTIDADES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entidades nuevas, relacionadas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EAE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0312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A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240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Cliente, colega,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210312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A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2240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480560" y="26517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Agrupador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210312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AEF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0" y="2240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0" y="26517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MINE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8862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= Recordatorio + ubicación + participantes (reutiliza REMINDER_SHARE, sin entidad nueva)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3434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= Recordatorio existente + vínculo opcional a Persona/Proyecto (sin entidad Tarea nueva)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Cotidiana · Módulo Laboral · ADR-016 (Propuesta)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 DISEÑO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y Esperando: una sola entidad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EAE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3E4C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COMMITMENT.direction = MINE  |  THEIRS  —  no dos tablas, un solo campo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compromiso cambia de dirección con frecuencia: tras que la otra persona responde, el turno de acción se invierte.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Modelarlos como dos entidades obligaría a migrar filas entre tablas cada vez que eso ocurre.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“Seguimientos” = compromisos MINE. “Esperando” = compromisos THEIRS. Son la misma vista, filtrada.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Cotidiana · Módulo Laboral · ADR-016 (Propuesta)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INFORMACIÓN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secciones núcleo, todo lo demás es contextual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EAE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1481328" cy="822960"/>
          </a:xfrm>
          <a:prstGeom prst="roundRect">
            <a:avLst>
              <a:gd name="adj" fmla="val 55556"/>
            </a:avLst>
          </a:prstGeom>
          <a:solidFill>
            <a:srgbClr val="1E3F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14813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31136" y="1828800"/>
            <a:ext cx="1481328" cy="822960"/>
          </a:xfrm>
          <a:prstGeom prst="roundRect">
            <a:avLst>
              <a:gd name="adj" fmla="val 55556"/>
            </a:avLst>
          </a:prstGeom>
          <a:solidFill>
            <a:srgbClr val="1E3F5C"/>
          </a:solidFill>
          <a:ln/>
        </p:spPr>
      </p:sp>
      <p:sp>
        <p:nvSpPr>
          <p:cNvPr id="8" name="Text 6"/>
          <p:cNvSpPr/>
          <p:nvPr/>
        </p:nvSpPr>
        <p:spPr>
          <a:xfrm>
            <a:off x="2231136" y="1828800"/>
            <a:ext cx="14813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22192" y="1828800"/>
            <a:ext cx="1481328" cy="822960"/>
          </a:xfrm>
          <a:prstGeom prst="roundRect">
            <a:avLst>
              <a:gd name="adj" fmla="val 55556"/>
            </a:avLst>
          </a:prstGeom>
          <a:solidFill>
            <a:srgbClr val="1E3F5C"/>
          </a:solidFill>
          <a:ln/>
        </p:spPr>
      </p:sp>
      <p:sp>
        <p:nvSpPr>
          <p:cNvPr id="10" name="Text 8"/>
          <p:cNvSpPr/>
          <p:nvPr/>
        </p:nvSpPr>
        <p:spPr>
          <a:xfrm>
            <a:off x="3822192" y="1828800"/>
            <a:ext cx="14813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13248" y="1828800"/>
            <a:ext cx="1481328" cy="822960"/>
          </a:xfrm>
          <a:prstGeom prst="roundRect">
            <a:avLst>
              <a:gd name="adj" fmla="val 55556"/>
            </a:avLst>
          </a:prstGeom>
          <a:solidFill>
            <a:srgbClr val="1E3F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13248" y="1828800"/>
            <a:ext cx="14813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04304" y="1828800"/>
            <a:ext cx="1481328" cy="822960"/>
          </a:xfrm>
          <a:prstGeom prst="roundRect">
            <a:avLst>
              <a:gd name="adj" fmla="val 55556"/>
            </a:avLst>
          </a:prstGeom>
          <a:solidFill>
            <a:srgbClr val="1E3F5C"/>
          </a:solidFill>
          <a:ln/>
        </p:spPr>
      </p:sp>
      <p:sp>
        <p:nvSpPr>
          <p:cNvPr id="14" name="Text 12"/>
          <p:cNvSpPr/>
          <p:nvPr/>
        </p:nvSpPr>
        <p:spPr>
          <a:xfrm>
            <a:off x="7004304" y="1828800"/>
            <a:ext cx="14813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95360" y="1828800"/>
            <a:ext cx="1481328" cy="822960"/>
          </a:xfrm>
          <a:prstGeom prst="roundRect">
            <a:avLst>
              <a:gd name="adj" fmla="val 55556"/>
            </a:avLst>
          </a:prstGeom>
          <a:solidFill>
            <a:srgbClr val="1E3F5C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1828800"/>
            <a:ext cx="14813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186416" y="1828800"/>
            <a:ext cx="1481328" cy="822960"/>
          </a:xfrm>
          <a:prstGeom prst="roundRect">
            <a:avLst>
              <a:gd name="adj" fmla="val 55556"/>
            </a:avLst>
          </a:prstGeom>
          <a:solidFill>
            <a:srgbClr val="1E3F5C"/>
          </a:solidFill>
          <a:ln/>
        </p:spPr>
      </p:sp>
      <p:sp>
        <p:nvSpPr>
          <p:cNvPr id="18" name="Text 16"/>
          <p:cNvSpPr/>
          <p:nvPr/>
        </p:nvSpPr>
        <p:spPr>
          <a:xfrm>
            <a:off x="10186416" y="1828800"/>
            <a:ext cx="14813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0175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(se abre desde una Persona o Proyecto, no ocupa menú):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429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  ·   Documentos   ·   Objetivos   ·   Rutinas   ·   Lugares   ·   Recursos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069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 / Post-V4 (no comprometido):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480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avanzado (pipeline)   ·   Casos   ·   Obras   ·   Clases   ·   Insights   ·   Asistente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Cotidiana · Módulo Laboral · ADR-016 (Propuesta)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realmente universal, por profesión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EAEFF2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3291840"/>
        </p:xfrm>
        <a:graphic>
          <a:graphicData uri="http://schemas.openxmlformats.org/drawingml/2006/table">
            <a:tbl>
              <a:tblPr/>
              <a:tblGrid>
                <a:gridCol w="2651760"/>
                <a:gridCol w="1645920"/>
                <a:gridCol w="1645920"/>
                <a:gridCol w="164592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Ingeniero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Arquitecto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Abogado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Vendedor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Personas/contactos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Obra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Caso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Cuenta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Seguimiento/Esperando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Vencim.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✅✅ Crítico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Pipeline/oportunidades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Documentos formales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✅✅ Planos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✅✅ Legal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Historial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✅✅ crítico  ·  ✅ usado regularmente  ·  △ ocasional  ·  ✗ irrelevante. Estimación cualitativa (ASSUMPTION), no encuesta validada.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Cotidiana · Módulo Laboral · ADR-016 (Propuesta)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MÍNIMO VIABLE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entra al núcleo, qué queda fuera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EAEF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(V3)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+ organización (texto libre)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interacción (candidata V4, derivada — no manual)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acción (deriva de Compromisos)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por persona (reutiliza NOTE existente)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9360" y="1737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POST-V4 (fuera de alcance)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0" y="214884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y pipeline con etapas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de ventas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de clientes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Cotidiana · Módulo Laboral · ADR-016 (Propuesta)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Deterministas primero, IA nunca sin aprobación explícita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EAEF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 — candidatas V4 (deterministas, sin IA)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Vencimiento de compromiso → aparece en “Hoy”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de reunión → sugerencia (no automática) de convertir una línea en tarea o compromiso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PROACTIVAS — Post-V4 (requieren historial, evaluar si necesitan modelo)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“Llevas 7 días sin contactar a este cliente con propuesta pendiente”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 bajo la prohíbicion de IA del proyecto hasta decisión explícita del Product Owner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Cotidiana · Módulo Laboral · ADR-016 (Propuesta)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POR VERSIÓN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aprobado · V4 candidato · Post-V4 sin comprometer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EAEFF2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3840480"/>
        </p:xfrm>
        <a:graphic>
          <a:graphicData uri="http://schemas.openxmlformats.org/drawingml/2006/table">
            <a:tbl>
              <a:tblPr/>
              <a:tblGrid>
                <a:gridCol w="2377440"/>
                <a:gridCol w="6675120"/>
                <a:gridCol w="1828800"/>
              </a:tblGrid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5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 — núcleo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(ADR-016, Accepted)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Persona, Proyecto, vínculo Tarea, Reunión, Compromiso,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Hoy, Seguimientos, Inbox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2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 — candidato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(RECOMMENDATION)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Notas/Documentos vinculados, última interacción derivada,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automatizaciones simples, Objetivos/Rutinas/Lugares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comprometido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2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Post-V4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(FUTURE)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avanzado, Casos, Obras, Clases, Insights,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Asistente, 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Fuera de alcance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C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Cotidiana · Módulo Laboral · ADR-016 (Propuesta)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Y LÍMITES DELIBERADOS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vigilar, qué NO construir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EAEF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Convertirse en Notion si Proyecto/Persona ganan demasiados campos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mal representado como “tarea” duplicaría captura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producto sigue TBD (no depende de esta propuesta)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9360" y="1737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CONSTRUYE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0" y="214884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ERP, pipeline de ventas completo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obra con planos, expedientes legales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Historiales clínicos, IA/automatización predictiva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/ facturación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Cotidiana · Módulo Laboral · ADR-016 (Propuesta)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 PROPUESTO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docs/development/08-laboral-module-plan.md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9050">
            <a:solidFill>
              <a:srgbClr val="EAEFF2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4023360"/>
        </p:xfrm>
        <a:graphic>
          <a:graphicData uri="http://schemas.openxmlformats.org/drawingml/2006/table">
            <a:tbl>
              <a:tblPr/>
              <a:tblGrid>
                <a:gridCol w="2377440"/>
                <a:gridCol w="6675120"/>
                <a:gridCol w="1828800"/>
              </a:tblGrid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F5C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Migración V7, módulos person/project/commitment,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extender reminder, OpenAPI, tests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ADR-016 (ya aprobado)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Web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Sidebar de 7 secciones, Hoy/Agenda/Tareas/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Personas/Proyectos/Seguimientos/Inbox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2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V4 (candidato)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Notas/Documentos vinculados, autom. simples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— Post-V4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Pipeline/CRM avanzado, Casos, Obras, Clases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planificado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Cotidiana · Módulo Laboral · ADR-016 (Propuesta)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y referencias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3327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ADR-016 — Accepted (2026-08-22). Extiende ADR-015 sin contradecirlo en silencio.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Requerimientos: FR-021 a FR-028, NFR-011, SEC-004 (Documentacion/03-prd.md, 11-auth-security.md)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uso: UC-17 a UC-21 · Flujos: 05-user-flows.md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datos: 09-data-model.md §“V3 — Módulo Laboral”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completo: 34-laboral-module-proposal.md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trabajo: docs/development/08-laboral-module-plan.md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57607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TBD abierto en ADR-016 bloquea el inicio de la Fase 1 (backend).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Laboral — Propuesta (ADR-016)</dc:title>
  <dc:subject>PptxGenJS Presentation</dc:subject>
  <dc:creator>Vida Cotidiana</dc:creator>
  <cp:lastModifiedBy>Vida Cotidiana</cp:lastModifiedBy>
  <cp:revision>1</cp:revision>
  <dcterms:created xsi:type="dcterms:W3CDTF">2026-08-22T10:03:55Z</dcterms:created>
  <dcterms:modified xsi:type="dcterms:W3CDTF">2026-08-22T10:03:55Z</dcterms:modified>
</cp:coreProperties>
</file>