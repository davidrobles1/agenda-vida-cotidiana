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VIDA COTIDIANA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Product &amp; Architecture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baseline · Generated 2026-08-09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35640" y="411480"/>
            <a:ext cx="822960" cy="822960"/>
          </a:xfrm>
          <a:prstGeom prst="ellipse">
            <a:avLst/>
          </a:prstGeom>
          <a:solidFill>
            <a:srgbClr val="2B3B7A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V1 scope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/ Post-V4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V1 → V4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core use cases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invitation model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architecture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authentication (Keycloak)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architecture overview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Android / iOS / Web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threat model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environments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 decision log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readiness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minimal, secure, multi-platform MVP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helps a person organize everyday-life information and activities. V1 is deliberately scoped as a minimal MVP: account management, personal and simple shared reminders, and notifications — nothing more.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4380" y="33147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" y="3383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platforms from day 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 and Web (ADR-005) share the same backend, API contract and data model — no shared client code assumed.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3063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3420" y="33147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03420" y="3383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blocking decisions closed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4572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2026-08-09 the Product Owner closed every decision that blocked the start of V1 development (28-v1-decision-pack.md).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3063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2460" y="33147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52460" y="3383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status: READY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4572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consistency review found only minor, non-blocking editorial drift — no approved decision was contradicted or reopened (29-v1-final-readiness.md).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V1 includes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675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(Android, iOS, Web) via Keycloak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/ sign out; session and device management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Home — summary of pending reminders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update and complete reminders/tasks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reminder with one or more people via invitation (owner + collaborators, ADR-006)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notifications and backend push notifications (FCM) for own and shared reminders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privacy, security, technical audit trail and observability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account settings, including requesting account deletion (soft delete, FR-013)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0"/>
            <a:ext cx="4206240" cy="484632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Finance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0960" y="2148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excluded from V1–V4. Reserved for a phase after V4 (ADR-003, ADR-004), for reasons of security, privacy, cost and trust.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0" y="3749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banking integration. No account statements. No Open Banking. No AI features or endpoints of any kind in V1–V4.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Explicitly not in V1 (and beyond, unless noted)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integration, account statements, Open Banking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(post-V4, ADR-003) and Finance (post-V4, ADR-004)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affiliates, advertising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/ complex distributed architecture (ADR-001)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attachment uploads on reminders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households, teams, or granular roles beyond the simple owner/collaborator model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search or contact book for sharing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Per-collaborator completion state — completion is a single global state per reminder (DEC-001)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delivery: V1 → V4 → Post-V4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6400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V1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MVP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Functional application: account + Home + tasks/reminders, three platforms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V2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Stabilization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Reliable, secure and measurable product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V3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Evolution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New features + performance + scalability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V4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Mature version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Full approved scope, final version before AI/Finance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Post-V4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AI / Finance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Separate future phases, subject to validation — FUTURE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mixing: every requirement in the source documentation is tagged with its target version.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and Collaborator — a deliberately simple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edits, deletes the reminder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Invites collaborators by email or username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a pending invitation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Revokes an active collaborator at any time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full control at all times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shared reminder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 / undo complete (single shared state, DEC-001)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edit, delete, change recurrence or ownership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re-share or change other collaborators' permissions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ends immediately on revocation — no grace window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use cases (UC-01 to UC-13)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UC-01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Register / sign up (via Keycloak, email verification delegated)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UC-02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Sign in (Authorization Code + PKCE against Keycloak)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UC-05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Delete a reminder (cascade + notify active collaborators, DEC-002)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UC-07 / UC-08 / UC-09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Create / accept / reject an invitation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UC-10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Revoke an active collaborator (acts only on REMINDER_SHARE)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UC-11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Receive push notifications for own and shared reminders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UC-12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Register a push device (DEVICE_PUSH_TOKEN)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UC-13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Request account deletion (soft delete, 30-day grace period)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+ collaborators, 1:N, invitation-based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creates reminder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invites by email or username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sent (expires in 7 days)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Invitee accepts or rejects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9244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 gets view + complete access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1268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4984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24128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can revoke at any time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collaborators per reminder (1:N) — same single permission level, no roles yet (V2+ FUTURE)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enumeration: invitation responses never reveal whether an email has an account (SEC-001)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lifecycle events are audit-logged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INVITATION states (DEC-003)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6948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rule (DEC-003)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 does not exist on INVITATION — an invitation is either accepted, rejected, expired, or cancelled by the owner before it is resolved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of an already-accepted collaborator lives exclusively on REMINDER_SHARE.status (ACTIVE / REVOKED)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 expire 7 days after creation (ASSUMPTION, FR-007)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Invited-but-unregistered emails are purged after resolution following a short retention window (DEC-015, ASSUMPTION: 90 days)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a pending invitation is a dedicated flow (UC-14 / AC-017); every exit from PENDING is an atomic conditional transition to prevent race conditions between concurrent requests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global state, cascade on delete (DEC-001 / DEC-002)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— DEC-001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REMINDER.status is PENDING or COMPLETED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global state per reminder, shared by owner and every collaborator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per-collaborator completion state in V1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or any active collaborator can mark complete / undo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— DEC-002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deletes the reminder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notifies (push) every collaborator with an ACTIVE share, before the physical delete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and REMINDER_SHARE rows cascade-delete with the reminder (ON DELETE CASCADE)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itself has no soft delete — no requirement calls for 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push provider behind an internal port (DEC-010)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Abstraction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PushNotificationSender — an internal port/interface owned by the notification module (ADR-007)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Provider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Firebase Cloud Messaging (FCM) — unified for Android, iOS (via APNs bridge) and Web (Web Push)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Device model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DEVICE_PUSH_TOKEN — multiple devices per user (DEC-005)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Registration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POST /me/devices on login; removal on logout / token invalidation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Trigger events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New shared invitation, reminder due, reminder cancelled/revoked, reminder deleted while shared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Local notifications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Resolved client-side (Android/iOS/Web), not by the backend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AUTHENTICATION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 — self-hosted OIDC/OAuth 2.1 (DEC-004)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+ PKCE flow for Android, iOS and Web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/ WebAuthn and MFA supported by Keycloak where configured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delegated entirely to Keycloak (DEC-014) — no parallel verification system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 a pure OAuth2 Resource Server: it validates tokens issued by Keycloak on every request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does not implement its own login endpoint — this resolves a prior documentation conflict around POST /auth/login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1732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Keycloak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0" y="2194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mature, OIDC/OAuth 2.1 compliant, supports passkeys/MFA/RBAC out of the box — avoids building and maintaining a bespoke identity system for V1.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ARCHITECTURE —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0" y="27432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Vida Cotidiana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852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3101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 or Web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69680" y="128016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006840" y="1389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 (OIDC)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06840" y="1847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identity, DEC-004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0" y="27432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2852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Cloud Messaging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06840" y="33101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push, DEC-010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420624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06840" y="4315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4773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email, DEC-009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Mermaid C4 diagrams are maintained in 06-c4.md (source of truth).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monolith (ADR-001)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LTS, Spring Boot 3.x, Spring Security, Spring Data JPA/Hibernate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Flyway migrations, Bean Validation, OpenAPI, Testcontainers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deployable, explicit domain-module boundaries, no microservices in V1–V3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shared, identity, user, reminder, sharing, notification, audit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module: api / application / domain / infrastructure — domain never depends on infrastructure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417320"/>
            <a:ext cx="4572000" cy="4754880"/>
          </a:xfrm>
          <a:prstGeom prst="roundRect">
            <a:avLst>
              <a:gd name="adj" fmla="val 1600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&amp; notification modules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0" y="21945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sharing: invitations + collaborators, accesses reminder only via its domain interfaces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notification: PushNotificationSender port + FCM adapter, owns DEVICE_PUSH_TOKEN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identity/sharing: Amazon SES adapter for invitation emails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Kotlin, Jetpack Compose, native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Language / UI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Kotlin, Jetpack Compose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Clean Architecture + MVVM/MVI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Concurrency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Coroutines, Flow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Hilt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Local storage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Room, where applicable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Minimum version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API 30 / Android 11 (DEC-011)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Push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FCM token registered via POST /me/devices (DEC-005/DEC-010)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 + SwiftUI, native (DEC-006/ADR-010)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Language / UI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Swift, SwiftUI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Clean Architecture + MVVM (conceptually aligned with Android)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Concurrency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Combine or async/await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Networking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URLSession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AppAuth-iOS (Authorization Code + PKCE against Keycloak); tokens in Keychain, never UserDefaults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Minimum version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iOS 17 (DEC-012)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Push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Firebase SDK (FCM → APNs bridge)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 cross-platform stack (KMP/Flutter/React Native) per CLAUDE.md: native prioritized for Apple support, security, performance and longevity.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TypeScript SPA (DEC-007/ADR-011)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Stack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React + TypeScript, SPA — no SSR/Next.js in V1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V1 requires an authenticated session with no confirmed public-SEO need; a pure SPA is simpler to operate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OIDC library for SPA (Authorization Code + PKCE) against Keycloak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Push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Firebase SDK (Web Push)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Browser matrix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Last 2 major versions of Chrome/Edge/Firefox desktop, Safari desktop/iOS, Chrome Android (DEC-013)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Open technical item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OIDC token storage pattern in the browser — in-memory + silent renewal favored, non-blocking (08c-web-architecture.md)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entities support V1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Entity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Account; includes soft-delete fields (deletion_status, purge_at) per DEC-015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REMINDER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Owner's task; single global status PENDING/COMPLETED (DEC-001)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INVITATION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Pending/resolved share offer; PENDING/ACCEPTED/REJECTED/EXPIRED/CANCELLED (DEC-003)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REMINDER_SHARE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Active collaboration; ACTIVE/REVOKED — revocation lives here, not on INVITATION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DEVICE_PUSH_TOKEN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Multiple push-capable devices per user (DEC-005)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 on USER.email/username, REMINDER_SHARE(reminder_id, collaborator_user_id), and a partial unique index on pending invitations back the API's 409 responses.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REST, OpenAPI 3.0.3 — canonical, implementable contract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  <a:gridCol w="5669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Path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/me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Read profile / request account deletion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/me/devices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List / register a push device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/me/devices/{deviceId}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Remove a push device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List (paginated) / create reminders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PATCH / 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/reminders/{id}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Read / update (version required) / delete a reminder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/reminders/{id}/complete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Toggle completion (version optional, 409 on mismatch)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/reminders/{id}/shares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List (paginated) collaborators / create an invitation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/reminders/{id}/shares/{shareId}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Revoke a collaborator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/me/invitations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List invitations received (paginated)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/invitations/{id}/accept, /reject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Resolve an invitation (atomic transition)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/invitations/{id}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Cancel a pending invitation (UC-14, atomic transition)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OAuth2/OIDC bearer (keycloakBearer), no /auth/* endpoints. Errors use a reusable Error schema {code, message, traceId}. Lists use page/size + PageMeta. Reminder.version implements optimistic locking.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baseline for V1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everywhere; mature, self-hosted identity provider (Keycloak)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enforced per-object on every endpoint (OWNER vs COLLABORATOR), not only in the UI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input validation, rate limiting, secrets management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(managed) and in transit; backups; secure logging with no secrets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sensitive actions (invite, accept, reject, revoke, delete)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dependency scanning, secret scanning in CI/CD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frameworks: OWASP ASVS, OWASP API Security Top 10, OWASP MASVS, NIST SSDF/CSF, ISO 27001/27002/27701. No formal compliance or certification is claimed.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introduces its own threat surface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User enumeration via invitations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Uniform responses + rate limiting (SEC-001)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Privilege escalation on a shared resource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Per-endpoint OWNER/COLLABORATOR authorization, not UI-only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Invitation abuse / spam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Rate limiting per user/IP on invitation creation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Residual access after revocation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No long-lived authorization cache; ACTIVE checked on every request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Push channel abuse (spoofing/injection)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Validate adapter origin; never authorize from payload content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OIDC token theft in the Web SPA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In-memory storage (not localStorage), strict CSP, short-lived tokens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Excessive retention of third-party PII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Purge unregistered invitee emails after resolution (SEC-003)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Race condition resolving an invitation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Atomic conditional DB transition (UPDATE ... WHERE status = PENDING)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Lost updates on a Reminder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Optimistic locking via REMINDER.version; 409 on mismatch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delete with a 30-day grace period (DEC-015)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deletion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moves USER.deletion_status to PENDING_DELETION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purge_at = deletion_requested_at + 30 days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may cancel during the grace period (exact reversal UX: TBD, non-blocking)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periodic job purges accounts past purge_at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invitation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 resolved as REJECTED, EXPIRED or CANCELLED with no linked account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invited_email (or the row) is purged after a short retention window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90 days — minimizes personal data of people who never created an account (NFR-002)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ENVIRONMENTS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pipeline, secure by 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76272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9424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 + compile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03904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31536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4688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59168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0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9952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314432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87584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artifact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branch: build reproducible, versioned artifact; deploy to staging (TBD)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requires approval and additional controls (TBD)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gates in V1: secret scanning, dependency vulnerability scanning, tests, basic SAST, branch protection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provider: AWS (DEC-008/ADR-009)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 DECISION 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requirement traces to a use case, API and test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Requirement IDs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FR-001…FR-013, NFR-001…NFR-010, SEC-001…SEC-003 — stable, never reused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Traceability chain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Requirement → Use Case → API/Component → Implementation → Test → Release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Decision records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ADR-001 to ADR-012 (Architecture Decision Records)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V1 decision pack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15 decisions (DEC-001 to DEC-015) approved by the Product Owner on 2026-08-09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No approved decision remains TBD; no ID was deleted or reused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remains TBD — none of it blocks V1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/ business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name, initial market, first validation group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/ repository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collaborators per reminder; username format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collaborator when the owner edits a shared reminder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 a pending invitation if the invitee registers later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Technical, non-blocking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OIDC token-storage pattern in the Web SPA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AUDIT_EVENT entity in the data model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dependency versions (Spring Boot/Gradle/AGP/Kotlin/Xcode)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device range beyond minimum OS version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(openapi.yaml formalization — securitySchemes, Error schema, pagination, optimistic locking — is now closed; see V1 development gate audit)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READINESS STATUS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core V1 development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blockers identified in the initial readiness review (27-v1-readiness-review.md) were resolved by the 15 approved decisions (28-v1-decision-pack.md). A subsequent "V1 development gate" audit validated an external findings report, closed remaining OpenAPI/data-model gaps, and rebuilt full traceability (32-v1-development-gate-audit.md). Remaining TBDs are product-naming or non-blocking implementation details (29-v1-final-readiness.md).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2026-08-09T23:16:58Z</dcterms:created>
  <dcterms:modified xsi:type="dcterms:W3CDTF">2026-08-09T23:16:58Z</dcterms:modified>
</cp:coreProperties>
</file>